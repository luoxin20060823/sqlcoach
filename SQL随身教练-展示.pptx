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38BDF8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818CF8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0" y="3657600"/>
            <a:ext cx="2286000" cy="2286000"/>
          </a:xfrm>
          <a:prstGeom prst="ellipse">
            <a:avLst/>
          </a:prstGeom>
          <a:solidFill>
            <a:srgbClr val="34D399">
              <a:alpha val="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随身教练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基于大模型 Agent 的 SQL 辅助学习系统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383280"/>
            <a:ext cx="22860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数据库课程项目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3383280"/>
            <a:ext cx="22860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API + Streamlit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3383280"/>
            <a:ext cx="22860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六大功能闭环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6177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+ SQLite + Python · GitHub: luoxin20060823/sqlcoach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项目背景与目标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97280"/>
            <a:ext cx="3931920" cy="164592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学习痛点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 SQL 学习缺乏即时反馈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题库固定，难以按需出题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错题缺少针对性解析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学习进度难以量化追踪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3931920" cy="1645920"/>
          </a:xfrm>
          <a:prstGeom prst="rect">
            <a:avLst/>
          </a:prstGeom>
          <a:solidFill>
            <a:srgbClr val="F0FDF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92040" y="16002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Agent 实时生成 schema 与题目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三层快速判题 + 可选语义复核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错题复习 + 多轮自由答疑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雷达图 / 趋势图 / 智能建议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六大功能模块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1298448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383280"/>
            <a:ext cx="1298448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2044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出题 / 判题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查看解析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920240" y="3383280"/>
            <a:ext cx="1298448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920240" y="3383280"/>
            <a:ext cx="1298448" cy="45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920240" y="352044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挑战模式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965960" y="393192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限时多题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等级评定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3383280"/>
            <a:ext cx="1298448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3383280"/>
            <a:ext cx="1298448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Text 20"/>
          <p:cNvSpPr/>
          <p:nvPr/>
        </p:nvSpPr>
        <p:spPr>
          <a:xfrm>
            <a:off x="3291840" y="352044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分析报告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37560" y="393192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 / 趋势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建议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3383280"/>
            <a:ext cx="1298448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383280"/>
            <a:ext cx="1298448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352044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数据浏览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表数据预览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3383280"/>
            <a:ext cx="1298448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3383280"/>
            <a:ext cx="1298448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6035040" y="352044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错题复习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80760" y="393192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 / 放弃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重新作答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06640" y="3383280"/>
            <a:ext cx="1298448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406640" y="3383280"/>
            <a:ext cx="1298448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Text 32"/>
          <p:cNvSpPr/>
          <p:nvPr/>
        </p:nvSpPr>
        <p:spPr>
          <a:xfrm>
            <a:off x="7406640" y="352044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自由答疑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452360" y="393192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多轮对话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助教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系统架构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7498080" cy="594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051560"/>
            <a:ext cx="73152" cy="59436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0698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用户层 — Streamlit Web UI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36245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· 挑战 · 报告 · 浏览 · 复习 · 答疑（6 Tab）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1783080"/>
            <a:ext cx="7498080" cy="594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783080"/>
            <a:ext cx="73152" cy="5943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18013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引擎层 — Python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209397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SchemaGen · QuestionGen · JudgeEngine · Tutor · Analyzer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2514600"/>
            <a:ext cx="7498080" cy="594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2514600"/>
            <a:ext cx="73152" cy="5943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2532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调度层 — LLMClient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82549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兼容协议 · 并发批量 · JSON Mode · 超时与回退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3246120"/>
            <a:ext cx="7498080" cy="594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3246120"/>
            <a:ext cx="73152" cy="59436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3264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存储层 — SQLite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55701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 / 答题历史 / Schema 缓存 / 挑战记录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3977640"/>
            <a:ext cx="7498080" cy="594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" y="3977640"/>
            <a:ext cx="73152" cy="59436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39959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外部模型 — DeepSeek API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97280" y="428853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deepseek-chat（V3）— 单模型驱动全部 Agent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297680" y="1636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V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9768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V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29768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V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297680" y="38313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709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· streamlit-ace · Plotly · Pandas · SQLite · OpenAI SDK · DeepSeek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五大 Agent 模块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6616" y="1188720"/>
            <a:ext cx="15544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132588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02336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SchemaGenerator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" y="24231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三级回退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预置 → 缓存 → LLM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75688" y="1188720"/>
            <a:ext cx="15544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78608" y="132588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257860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121408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QuestionGenerator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67128" y="24231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题库复用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并发批量生成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94760" y="1188720"/>
            <a:ext cx="15544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97680" y="1325880"/>
            <a:ext cx="548640" cy="5486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840480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JudgeEngine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24231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三层判题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语法-执行-语义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13832" y="1188720"/>
            <a:ext cx="15544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16752" y="1325880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559552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05272" y="24231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错题解析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多轮自由答疑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32904" y="1188720"/>
            <a:ext cx="15544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35824" y="1325880"/>
            <a:ext cx="548640" cy="5486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773582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78624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Analyzer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324344" y="24231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维度分析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个性化建议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14400" y="3657600"/>
            <a:ext cx="7315200" cy="5029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3657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4E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学习闭环：建库 → 出题 → 答题 → 判题 → 解析 → 分析 → 推荐难度 → 出题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4 个开箱即用领域 + 自定义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02920" y="4709160"/>
            <a:ext cx="1554480" cy="3200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4709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学生管理系统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48840" y="4709160"/>
            <a:ext cx="1554480" cy="3200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6" name="Text 34"/>
          <p:cNvSpPr/>
          <p:nvPr/>
        </p:nvSpPr>
        <p:spPr>
          <a:xfrm>
            <a:off x="2148840" y="4709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电商订单系统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794760" y="4709160"/>
            <a:ext cx="1554480" cy="3200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8" name="Text 36"/>
          <p:cNvSpPr/>
          <p:nvPr/>
        </p:nvSpPr>
        <p:spPr>
          <a:xfrm>
            <a:off x="3794760" y="4709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图书管理系统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40680" y="4709160"/>
            <a:ext cx="1554480" cy="3200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40" name="Text 38"/>
          <p:cNvSpPr/>
          <p:nvPr/>
        </p:nvSpPr>
        <p:spPr>
          <a:xfrm>
            <a:off x="5440680" y="4709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企业人事系统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086600" y="4709160"/>
            <a:ext cx="1554480" cy="32004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42" name="Text 40"/>
          <p:cNvSpPr/>
          <p:nvPr/>
        </p:nvSpPr>
        <p:spPr>
          <a:xfrm>
            <a:off x="7086600" y="4709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自定义领域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核心创新一：三层判题机制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51560"/>
            <a:ext cx="804672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51560"/>
            <a:ext cx="73152" cy="9144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234440"/>
            <a:ext cx="502920" cy="50292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11247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语法检查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14356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EXPLAIN 解析 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语法错误零成本拦截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03720" y="1325880"/>
            <a:ext cx="1554480" cy="365760"/>
          </a:xfrm>
          <a:prstGeom prst="rect">
            <a:avLst/>
          </a:prstGeom>
          <a:solidFill>
            <a:srgbClr val="38BDF8">
              <a:alpha val="2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903720" y="1325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无 LLM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103120"/>
            <a:ext cx="804672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103120"/>
            <a:ext cx="73152" cy="9144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2286000"/>
            <a:ext cx="502920" cy="50292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00200" y="2176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执行结果对比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24871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:memory: 数据库执行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排序后比较，忽略字段顺序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03720" y="2377440"/>
            <a:ext cx="1554480" cy="365760"/>
          </a:xfrm>
          <a:prstGeom prst="rect">
            <a:avLst/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903720" y="2377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无 LLM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154680"/>
            <a:ext cx="804672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154680"/>
            <a:ext cx="73152" cy="9144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3" name="Shape 21"/>
          <p:cNvSpPr/>
          <p:nvPr/>
        </p:nvSpPr>
        <p:spPr>
          <a:xfrm>
            <a:off x="914400" y="3337560"/>
            <a:ext cx="502920" cy="50292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00200" y="32278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语义复核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00200" y="35387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结果一致时审查 SQL 逻辑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 WHERE 1=1 等碰巧情况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903720" y="3429000"/>
            <a:ext cx="1554480" cy="365760"/>
          </a:xfrm>
          <a:prstGeom prst="rect">
            <a:avLst/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903720" y="3429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</a:rPr>
              <a:t>可选 / 默认关闭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297680"/>
            <a:ext cx="8046720" cy="868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默认快速路径性能：~50ms 平均判题，比纯 LLM 方案快 100~200 倍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4709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7 类错误自动分类：syntax · join_logic · aggregation · subquery · where_condition · window_function · equivalent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核心创新二：性能优化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</a:rPr>
              <a:t>场景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0" y="1005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</a:rPr>
              <a:t>原始版本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005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</a:rPr>
              <a:t>优化后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0" y="1005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</a:rPr>
              <a:t>提升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173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生成内置数据库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34640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 LLM ~30s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预置加载 &lt; 1ms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223760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30000x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重复领域生成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34640" y="1783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重新调 LLM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1783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缓存命中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23760" y="1783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瞬时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14884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执行结果一致的判题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834640" y="2148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 LLM ~10s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2148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本地比对 ~50ms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23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200x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题批量生成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83464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 ~18s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 ~6s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23760" y="2514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3x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max_tokens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834640" y="2880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2880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1024 / 768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223760" y="2880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 4x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解析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83464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手撕 markdown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2920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json_object 模式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23760" y="3246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题库复用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3464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同条件抽老题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223760" y="3611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 LLM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486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预取下一题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834640" y="3977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029200" y="3977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做题时后台生成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22376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无感切题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整体体验：从「点一次等十几秒」变成「点一次秒响应」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界面与交互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26974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97280"/>
            <a:ext cx="26974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801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Ace SQL 编辑器（语法高亮）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 / 提交 / 提示三按钮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三层渐进式提示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查看答案 / 隐藏答案切换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429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错题解析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1097280"/>
            <a:ext cx="26974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91840" y="1097280"/>
            <a:ext cx="2697480" cy="45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3429000" y="12801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挑战模式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5 / 10 题任选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并发预生成全部题目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限时连续作答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6616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/ A / B / C 评级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66160" y="3429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历史最佳记录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097280"/>
            <a:ext cx="26974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0" y="1097280"/>
            <a:ext cx="269748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12801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分析报告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9224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雷达图 + 维度条形图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每日正确率 / 做题量趋势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错误类型饼图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智能分析建议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3429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Markdown 报告导出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297680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4297680"/>
            <a:ext cx="269748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434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数据浏览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4754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Schema SQL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各表 DataFrame 预览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91840" y="4297680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91840" y="4297680"/>
            <a:ext cx="2697480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Text 34"/>
          <p:cNvSpPr/>
          <p:nvPr/>
        </p:nvSpPr>
        <p:spPr>
          <a:xfrm>
            <a:off x="3429000" y="4434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错题复习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566160" y="4754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wrong / flawed / skipped 全记录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66160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可重新作答 + 重新判定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566160" y="5340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切换查看标准答案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4297680"/>
            <a:ext cx="269748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17920" y="4297680"/>
            <a:ext cx="269748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2" name="Text 40"/>
          <p:cNvSpPr/>
          <p:nvPr/>
        </p:nvSpPr>
        <p:spPr>
          <a:xfrm>
            <a:off x="6355080" y="4434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自由答疑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492240" y="4754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多轮对话历史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92240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自动注入当前 schema 上下文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92240" y="5340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 SQL 问题也能问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特色功能：挑战模式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25880" y="12801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选配置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 / 难度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3-5-10 题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37744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&gt;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51760" y="118872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29000" y="128016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并发生成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ThreadPoolExecutor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路并发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8056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&gt;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754880" y="118872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32120" y="128016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553212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5488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限时作答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无提示 / 不可看答案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用时全程计时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8368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&gt;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858000" y="118872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35240" y="128016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评级与复盘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4944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S/A/B/C 评级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每题对错明细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评级体系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8660" y="3383280"/>
            <a:ext cx="18288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866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70866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正确率 ≥ 90%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74620" y="3383280"/>
            <a:ext cx="18288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67462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267462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正确率 ≥ 70%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640580" y="3383280"/>
            <a:ext cx="18288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64058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464058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正确率 ≥ 50%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606540" y="3383280"/>
            <a:ext cx="18288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60654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3600" dirty="0"/>
          </a:p>
        </p:txBody>
      </p:sp>
      <p:sp>
        <p:nvSpPr>
          <p:cNvPr id="40" name="Text 38"/>
          <p:cNvSpPr/>
          <p:nvPr/>
        </p:nvSpPr>
        <p:spPr>
          <a:xfrm>
            <a:off x="660654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正确率 &lt; 50%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挑战记录单独存表（challenge_runs），不与日常练习的统计混合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与 LLM 调度策略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设计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74320" cy="274320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Prompt 短小精炼，节省 token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274320" cy="274320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2057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强制 JSON Schema 输出，避免解析失败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274320" cy="274320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字段最小化：只要必要的 verdict / analysis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74320" cy="274320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012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Prompt 适配国产模型偏好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274320" cy="274320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temperature 按场景区分：判题=0，生成=0.4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1097280"/>
            <a:ext cx="3840480" cy="365760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3776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LLMClient.chat_many(...)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155448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chat_many(self, requests):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并发执行多个 LLM 请求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ThreadPoolExecutor(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max_workers=4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as pool: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futures = [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pool.submit(self.chat_json, **r)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r in requests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]
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[f.result() for f in futures]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51560"/>
            <a:ext cx="1554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51560"/>
            <a:ext cx="155448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8288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1.31+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468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streamlit-ace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310896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Plotly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74904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Pandas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103120" y="1051560"/>
            <a:ext cx="1554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103120" y="1051560"/>
            <a:ext cx="155448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2148840" y="1280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194560" y="182880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2194560" y="18288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3.11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94560" y="246888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2194560" y="2468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SDK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94560" y="310896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219456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concurrent.futures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194560" y="374904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6" name="Text 24"/>
          <p:cNvSpPr/>
          <p:nvPr/>
        </p:nvSpPr>
        <p:spPr>
          <a:xfrm>
            <a:off x="219456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794760" y="1051560"/>
            <a:ext cx="1554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94760" y="1051560"/>
            <a:ext cx="1554480" cy="54864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9" name="Text 27"/>
          <p:cNvSpPr/>
          <p:nvPr/>
        </p:nvSpPr>
        <p:spPr>
          <a:xfrm>
            <a:off x="3840480" y="1280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886200" y="182880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1" name="Text 29"/>
          <p:cNvSpPr/>
          <p:nvPr/>
        </p:nvSpPr>
        <p:spPr>
          <a:xfrm>
            <a:off x="3886200" y="18288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DeepSeek-Chat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886200" y="246888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3" name="Text 31"/>
          <p:cNvSpPr/>
          <p:nvPr/>
        </p:nvSpPr>
        <p:spPr>
          <a:xfrm>
            <a:off x="3886200" y="2468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 API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886200" y="310896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5" name="Text 33"/>
          <p:cNvSpPr/>
          <p:nvPr/>
        </p:nvSpPr>
        <p:spPr>
          <a:xfrm>
            <a:off x="388620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Mode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886200" y="374904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7" name="Text 35"/>
          <p:cNvSpPr/>
          <p:nvPr/>
        </p:nvSpPr>
        <p:spPr>
          <a:xfrm>
            <a:off x="388620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并发批量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0" y="1051560"/>
            <a:ext cx="1554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486400" y="1051560"/>
            <a:ext cx="1554480" cy="54864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40" name="Text 38"/>
          <p:cNvSpPr/>
          <p:nvPr/>
        </p:nvSpPr>
        <p:spPr>
          <a:xfrm>
            <a:off x="5532120" y="1280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77840" y="182880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18288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(零配置)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577840" y="246888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4" name="Text 42"/>
          <p:cNvSpPr/>
          <p:nvPr/>
        </p:nvSpPr>
        <p:spPr>
          <a:xfrm>
            <a:off x="5577840" y="2468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schema_cache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577840" y="310896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challenge_runs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577840" y="374904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用户偏好 JSON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178040" y="1051560"/>
            <a:ext cx="1554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178040" y="1051560"/>
            <a:ext cx="1554480" cy="54864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51" name="Text 49"/>
          <p:cNvSpPr/>
          <p:nvPr/>
        </p:nvSpPr>
        <p:spPr>
          <a:xfrm>
            <a:off x="7223760" y="1280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7269480" y="182880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3" name="Text 51"/>
          <p:cNvSpPr/>
          <p:nvPr/>
        </p:nvSpPr>
        <p:spPr>
          <a:xfrm>
            <a:off x="7269480" y="18288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Cloud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269480" y="246888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5" name="Text 53"/>
          <p:cNvSpPr/>
          <p:nvPr/>
        </p:nvSpPr>
        <p:spPr>
          <a:xfrm>
            <a:off x="7269480" y="2468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269480" y="310896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7" name="Text 55"/>
          <p:cNvSpPr/>
          <p:nvPr/>
        </p:nvSpPr>
        <p:spPr>
          <a:xfrm>
            <a:off x="7269480" y="31089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Electron 壳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7269480" y="3749040"/>
            <a:ext cx="1371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9" name="Text 57"/>
          <p:cNvSpPr/>
          <p:nvPr/>
        </p:nvSpPr>
        <p:spPr>
          <a:xfrm>
            <a:off x="726948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在线访问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关键指标与质量保证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0515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43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全部通过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51760" y="10515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51760" y="1143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265176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 Tab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10515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143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63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题目类型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覆盖核心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75120" y="1051560"/>
            <a:ext cx="1828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143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200x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67512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判题加速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对比纯 LLM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测试覆盖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3246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test_judge.py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926080" y="3246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0" y="3246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三层判题、语法、执行、完整流程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538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test_store.py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926080" y="3538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0" y="35387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建表、CRUD、统计去重、维度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38313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test_llm.py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926080" y="38313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0" y="38313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客户端默认值、Mock 响应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41239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test_prompts.py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926080" y="41239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657600" y="4123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 Prompt 模板格式化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4416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test_smoke_optimized.py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926080" y="44165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0" y="44165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预置 schema、缓存、快速路径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709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test_e2e_offline.py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92608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657600" y="4709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+ 第一次错锁定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38BDF8">
              <a:alpha val="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已实现成果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SQL 学习闭环（6 大功能）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8562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三层判题 + 7 类错误分类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默认快速路径，~50ms 判题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5511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并发题目生成、预取下一题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986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题库复用、Schema 缓存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246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挑战模式 + S/A/B/C 评级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5935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雷达图 / 趋势 / Markdown 导出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94106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 单元测试 100% 通过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后续扩展方向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12080" y="1508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题目质量回流：用户评分 → 自动重生成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0" y="18562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自适应难度：根据能力评分动态调度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0" y="220370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知识图谱可视化（先修关系）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0" y="2551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多人对战 / 排行榜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898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课程模式：分章节解锁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12080" y="3246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执行计划可视化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12080" y="35935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SQL 文件导入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709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感谢观看 · GitHub: luoxin20060823/sqlcoach · 在线试用：sqlcoach.streamlit.app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随身教练 — 基于大模型 Agent 的 SQL 辅助学习系统</dc:title>
  <dc:subject>PptxGenJS Presentation</dc:subject>
  <dc:creator>SQL 随身教练</dc:creator>
  <cp:lastModifiedBy>SQL 随身教练</cp:lastModifiedBy>
  <cp:revision>1</cp:revision>
  <dcterms:created xsi:type="dcterms:W3CDTF">2026-05-16T18:16:44Z</dcterms:created>
  <dcterms:modified xsi:type="dcterms:W3CDTF">2026-05-16T18:16:44Z</dcterms:modified>
</cp:coreProperties>
</file>