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818CF8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97280"/>
            <a:ext cx="640080" cy="320040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0" cy="320040"/>
          </a:xfrm>
          <a:prstGeom prst="ellipse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11680"/>
            <a:ext cx="640080" cy="320040"/>
          </a:xfrm>
          <a:prstGeom prst="ellipse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随身教练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64592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基于大模型 Agent 的 SQL 辅助学习系统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数据库课程项目  |  DeepSeek-V4-Pro  |  Streamlit + SQLite + Electron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项目背景与目标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1188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痛点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学习缺乏即时反馈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传统题库固定，无法按需生成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缺乏针对性错误解析和答疑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11887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解决方案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 实时出题与判题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三层判题 + 语义级错误分析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能力雷达图 + 个性化建议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核心亮点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自动建库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LLM生成Schema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与实例数据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30175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74320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智能出题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840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3个难度等级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按需生成题目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0060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三层判题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840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语法→执行→语义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精准反馈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301752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2084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5800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分析报告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雷达图+历史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改进建议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88720"/>
            <a:ext cx="749808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188720"/>
            <a:ext cx="73152" cy="6400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207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桌面壳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996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加载 localhost:8501，包装为桌面应用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965960"/>
            <a:ext cx="749808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965960"/>
            <a:ext cx="73152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前端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276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Tab: 练习 | 分析报告 | 数据浏览  +  侧边栏控制面板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743200"/>
            <a:ext cx="749808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743200"/>
            <a:ext cx="73152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7614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 引擎 (Python)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054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Schema生成 · 题目生成 · 判题 · 答疑 · 评分分析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520440"/>
            <a:ext cx="749808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520440"/>
            <a:ext cx="73152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538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持久化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8313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题库 (question_bank) + 答题记录 (user_history)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297680"/>
            <a:ext cx="749808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297680"/>
            <a:ext cx="73152" cy="64008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3159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DeepSeek-V4-Pro 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6085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兼容接口 · 单模型驱动全部 Agent 模块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18105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97680" y="25877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33649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0" y="4142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学习闭环：五大核心功能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2801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Schema生成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根据领域自动生成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数据库表结构和实例数据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114300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28016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4884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题目生成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2331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按初级/中级/高级生成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查询题目 + 标准答案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94760" y="114300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8620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答题判题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331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三层判题机制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语法→执行→语义验证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114300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28016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2356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错题解析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2331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分析错误原因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提供针对性解析和答疑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69480" y="114300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0" y="12801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6092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评分分析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60920" y="2331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能力雷达图 + 历史记录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个性化改进建议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74520" y="1874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11880" y="1874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49240" y="1874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86600" y="1874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371600" y="3611880"/>
            <a:ext cx="640080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1554480" y="36393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闭环反馈：分析结果自动推荐下次练习难度，形成持续提升的正向循环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支持的知识领域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663440"/>
            <a:ext cx="182880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学生管理系统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0" y="4663440"/>
            <a:ext cx="182880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电商订单系统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4663440"/>
            <a:ext cx="182880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图书管理系统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4663440"/>
            <a:ext cx="1828800" cy="320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企业人事系统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Agent 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4389120" cy="35661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引擎架构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377440"/>
            <a:ext cx="1645920" cy="548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LLMClient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DeepSeek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645920"/>
            <a:ext cx="10972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🗄️ SchemaGenerator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1645920"/>
            <a:ext cx="10972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</a:rPr>
              <a:t>📝 QuestionGenerator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1645920"/>
            <a:ext cx="10972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⚖️ JudgeEngine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0" y="2651760"/>
            <a:ext cx="10972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/>
                </a:solidFill>
              </a:rPr>
              <a:t>📖 Tutor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0440" y="2651760"/>
            <a:ext cx="10972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72B6"/>
                </a:solidFill>
              </a:rPr>
              <a:t>📊 Analyzer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0352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设计策略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164592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定义角色和能力边界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214884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1500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 注入数据库 Schema 上下文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03520" y="265176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强制 JSON 输出，便于程序解析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03520" y="315468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50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temperature=0.1 保证 SQL 准确性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03520" y="365760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1500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 Prompt 适配国产模型偏好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03520" y="3246120"/>
            <a:ext cx="3474720" cy="1417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33375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api_key='sk-xxx',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base_url='https://api.deepseek.com'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model='deepseek-chat',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temperature=0.1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核心创新：三层判题机制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28016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语法检查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1508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EXPLAIN 解析 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语法错误直接拦截，零成本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1371600"/>
            <a:ext cx="1280160" cy="32004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1371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无 LLM 调用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86000"/>
            <a:ext cx="73152" cy="10058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246888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执行对比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2697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在临时 :memory: 库中执行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排序后比较结果集（忽略顺序）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2560320"/>
            <a:ext cx="1280160" cy="320040"/>
          </a:xfrm>
          <a:prstGeom prst="rect">
            <a:avLst/>
          </a:prstGeom>
          <a:solidFill>
            <a:srgbClr val="34D399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</a:rPr>
              <a:t>无 LLM 调用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474720"/>
            <a:ext cx="73152" cy="10058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0020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语义验证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00200" y="3886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审查 SQL 逻辑正确性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识别'歪打正着'的边界情况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0" y="3749040"/>
            <a:ext cx="1280160" cy="320040"/>
          </a:xfrm>
          <a:prstGeom prst="rect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3749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</a:rPr>
              <a:t>LLM 深度分析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7 种错误类型自动分类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800600"/>
            <a:ext cx="105156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800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语法错误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19072" y="4800600"/>
            <a:ext cx="105156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1719072" y="4800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JOIN逻辑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89504" y="4800600"/>
            <a:ext cx="105156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2889504" y="4800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聚合/分组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059936" y="4800600"/>
            <a:ext cx="105156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4059936" y="4800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子查询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30368" y="4800600"/>
            <a:ext cx="105156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5230368" y="4800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WHERE条件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800600"/>
            <a:ext cx="105156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4800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窗口函数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71232" y="4800600"/>
            <a:ext cx="105156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7571232" y="4800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逻辑等价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界面设计总览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97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练习 Tab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对话式答题交互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代码输入区 + 提交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增量提示系统（3层）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放弃查看答案 / 下一题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即时判题结果 + 解析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97280"/>
            <a:ext cx="26974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280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分析报告 Tab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总体统计卡片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能力维度雷达图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答题历史记录表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智能分析建议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错误类型分布饼图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09728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097280"/>
            <a:ext cx="269748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280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数据浏览 Tab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Schema SQL 展示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各表数据预览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DataFrame 渲染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侧边栏面板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设置（本地持久化）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4709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学习进度实时统计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983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知识领域 / 难度选择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4983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一键生成数据库 / 题目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55448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5544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1.57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雷达图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DataFrame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1097280"/>
            <a:ext cx="155448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94560" y="1097280"/>
            <a:ext cx="155448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后端引擎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192024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256032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SDK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320040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sqlite3 内置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0" y="1097280"/>
            <a:ext cx="155448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31920" y="1097280"/>
            <a:ext cx="155448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23360" y="192024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DeepSeek-V4-Pro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23360" y="256032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 Chat API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23360" y="320040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Prompt 模板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1097280"/>
            <a:ext cx="155448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69280" y="1097280"/>
            <a:ext cx="155448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760720" y="192024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(零配置)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60720" y="256032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576072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题库 + 历史表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0" y="320040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576072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配置持久化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6640" y="1097280"/>
            <a:ext cx="155448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06640" y="1097280"/>
            <a:ext cx="155448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498080" y="192024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桌面壳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98080" y="256032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一键启动 run.py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98080" y="3200400"/>
            <a:ext cx="1371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9" name="Text 47"/>
          <p:cNvSpPr/>
          <p:nvPr/>
        </p:nvSpPr>
        <p:spPr>
          <a:xfrm>
            <a:off x="749808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虚拟环境隔离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5486400" cy="5486400"/>
          </a:xfrm>
          <a:prstGeom prst="ellipse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0972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 SQL 学习闭环系统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三层判题机制，7 类错误识别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个知识领域 × 3 个难度等级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增量提示 + 放弃查看答案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能力雷达图 + 个性化建议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API Key 持久化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个单元测试全覆盖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后续扩展方向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多用户/账号系统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题目收藏与错题复习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执行计划可视化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知识点覆盖均衡调度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多模型切换对比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社区题目分享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1605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1F5F9"/>
                </a:solidFill>
              </a:rPr>
              <a:t>'SQL 随身教练'
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让每一个 SQL 学习者都能拥有自己的 AI 私人教练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SQL随身教练 - 基于大模型Agent的SQL辅助学习系统</dc:title>
  <dc:subject>PptxGenJS Presentation</dc:subject>
  <dc:creator>SQL随身教练</dc:creator>
  <cp:lastModifiedBy>SQL随身教练</cp:lastModifiedBy>
  <cp:revision>1</cp:revision>
  <dcterms:created xsi:type="dcterms:W3CDTF">2026-05-15T19:25:04Z</dcterms:created>
  <dcterms:modified xsi:type="dcterms:W3CDTF">2026-05-15T19:25:04Z</dcterms:modified>
</cp:coreProperties>
</file>